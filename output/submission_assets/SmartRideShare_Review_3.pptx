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283e33a234e0b" /><Relationship Type="http://schemas.openxmlformats.org/officeDocument/2006/relationships/extended-properties" Target="/docProps/app.xml" Id="R38a8c347d3e240c3" /><Relationship Type="http://schemas.openxmlformats.org/officeDocument/2006/relationships/officeDocument" Target="/ppt/presentation.xml" Id="R7ef582f5de3343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f23f292fb4ab5"/>
  </p:sldMasterIdLst>
  <p:notesMasterIdLst>
    <p:notesMasterId xmlns:r="http://schemas.openxmlformats.org/officeDocument/2006/relationships" r:id="R9349075ec30b4f8d"/>
  </p:notesMasterIdLst>
  <p:sldIdLst>
    <p:sldId xmlns:r="http://schemas.openxmlformats.org/officeDocument/2006/relationships" id="256" r:id="R356c07876fae4e53"/>
    <p:sldId xmlns:r="http://schemas.openxmlformats.org/officeDocument/2006/relationships" id="257" r:id="Raeb03ec5d9bb434c"/>
    <p:sldId xmlns:r="http://schemas.openxmlformats.org/officeDocument/2006/relationships" id="258" r:id="R5316e06d6d09488f"/>
    <p:sldId xmlns:r="http://schemas.openxmlformats.org/officeDocument/2006/relationships" id="259" r:id="R85bf38ba67be4346"/>
    <p:sldId xmlns:r="http://schemas.openxmlformats.org/officeDocument/2006/relationships" id="260" r:id="R44c8b189845b4905"/>
    <p:sldId xmlns:r="http://schemas.openxmlformats.org/officeDocument/2006/relationships" id="261" r:id="Rf093880de03a4420"/>
    <p:sldId xmlns:r="http://schemas.openxmlformats.org/officeDocument/2006/relationships" id="262" r:id="R5dbe1ca6e63247d2"/>
    <p:sldId xmlns:r="http://schemas.openxmlformats.org/officeDocument/2006/relationships" id="263" r:id="R8129a9c4c8e84528"/>
    <p:sldId xmlns:r="http://schemas.openxmlformats.org/officeDocument/2006/relationships" id="264" r:id="Rbd5c2f34e47b4389"/>
    <p:sldId xmlns:r="http://schemas.openxmlformats.org/officeDocument/2006/relationships" id="265" r:id="Rceaf318970234fa8"/>
    <p:sldId xmlns:r="http://schemas.openxmlformats.org/officeDocument/2006/relationships" id="266" r:id="R341205ac05644c1b"/>
    <p:sldId xmlns:r="http://schemas.openxmlformats.org/officeDocument/2006/relationships" id="267" r:id="R655c103ccf6741c6"/>
    <p:sldId xmlns:r="http://schemas.openxmlformats.org/officeDocument/2006/relationships" id="268" r:id="R42d6ae8f5d0b47cc"/>
    <p:sldId xmlns:r="http://schemas.openxmlformats.org/officeDocument/2006/relationships" id="269" r:id="R9714c4b4fe7d48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cb56a3097425d" /><Relationship Type="http://schemas.openxmlformats.org/officeDocument/2006/relationships/slideMaster" Target="/ppt/slideMasters/slideMaster1.xml" Id="R9f0f23f292fb4ab5" /><Relationship Type="http://schemas.openxmlformats.org/officeDocument/2006/relationships/notesMaster" Target="/ppt/notesMasters/notesMaster1.xml" Id="R9349075ec30b4f8d" /><Relationship Type="http://schemas.openxmlformats.org/officeDocument/2006/relationships/presProps" Target="/ppt/presProps.xml" Id="R91b6bb4d16db4ad6" /><Relationship Type="http://schemas.openxmlformats.org/officeDocument/2006/relationships/tableStyles" Target="/ppt/tableStyles.xml" Id="R269b4756607046ae" /><Relationship Type="http://schemas.openxmlformats.org/officeDocument/2006/relationships/slide" Target="/ppt/slides/slide1.xml" Id="R356c07876fae4e53" /><Relationship Type="http://schemas.openxmlformats.org/officeDocument/2006/relationships/slide" Target="/ppt/slides/slide2.xml" Id="Raeb03ec5d9bb434c" /><Relationship Type="http://schemas.openxmlformats.org/officeDocument/2006/relationships/slide" Target="/ppt/slides/slide3.xml" Id="R5316e06d6d09488f" /><Relationship Type="http://schemas.openxmlformats.org/officeDocument/2006/relationships/slide" Target="/ppt/slides/slide4.xml" Id="R85bf38ba67be4346" /><Relationship Type="http://schemas.openxmlformats.org/officeDocument/2006/relationships/slide" Target="/ppt/slides/slide5.xml" Id="R44c8b189845b4905" /><Relationship Type="http://schemas.openxmlformats.org/officeDocument/2006/relationships/slide" Target="/ppt/slides/slide6.xml" Id="Rf093880de03a4420" /><Relationship Type="http://schemas.openxmlformats.org/officeDocument/2006/relationships/slide" Target="/ppt/slides/slide7.xml" Id="R5dbe1ca6e63247d2" /><Relationship Type="http://schemas.openxmlformats.org/officeDocument/2006/relationships/slide" Target="/ppt/slides/slide8.xml" Id="R8129a9c4c8e84528" /><Relationship Type="http://schemas.openxmlformats.org/officeDocument/2006/relationships/slide" Target="/ppt/slides/slide9.xml" Id="Rbd5c2f34e47b4389" /><Relationship Type="http://schemas.openxmlformats.org/officeDocument/2006/relationships/slide" Target="/ppt/slides/slide10.xml" Id="Rceaf318970234fa8" /><Relationship Type="http://schemas.openxmlformats.org/officeDocument/2006/relationships/slide" Target="/ppt/slides/slide11.xml" Id="R341205ac05644c1b" /><Relationship Type="http://schemas.openxmlformats.org/officeDocument/2006/relationships/slide" Target="/ppt/slides/slide12.xml" Id="R655c103ccf6741c6" /><Relationship Type="http://schemas.openxmlformats.org/officeDocument/2006/relationships/slide" Target="/ppt/slides/slide13.xml" Id="R42d6ae8f5d0b47cc" /><Relationship Type="http://schemas.openxmlformats.org/officeDocument/2006/relationships/slide" Target="/ppt/slides/slide14.xml" Id="R9714c4b4fe7d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e6a8a5637f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6fec529b84d1b" /><Relationship Type="http://schemas.openxmlformats.org/officeDocument/2006/relationships/notesMaster" Target="/ppt/notesMasters/notesMaster1.xml" Id="Rca9169f7678e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a5333041743f7" /><Relationship Type="http://schemas.openxmlformats.org/officeDocument/2006/relationships/notesMaster" Target="/ppt/notesMasters/notesMaster1.xml" Id="R8a0f3b8a4186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429475e29b426f" /><Relationship Type="http://schemas.openxmlformats.org/officeDocument/2006/relationships/notesMaster" Target="/ppt/notesMasters/notesMaster1.xml" Id="Rbc787a4d6725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a3d3ecdd3c41d6" /><Relationship Type="http://schemas.openxmlformats.org/officeDocument/2006/relationships/notesMaster" Target="/ppt/notesMasters/notesMaster1.xml" Id="Rd92224eebf9b47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0a88661e764df9" /><Relationship Type="http://schemas.openxmlformats.org/officeDocument/2006/relationships/notesMaster" Target="/ppt/notesMasters/notesMaster1.xml" Id="R59dfd9602f8c4f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0828a4209d44e4" /><Relationship Type="http://schemas.openxmlformats.org/officeDocument/2006/relationships/notesMaster" Target="/ppt/notesMasters/notesMaster1.xml" Id="Rd62d7fb17ce64d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877880cc6a4547" /><Relationship Type="http://schemas.openxmlformats.org/officeDocument/2006/relationships/notesMaster" Target="/ppt/notesMasters/notesMaster1.xml" Id="R069ccda6bc6049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590d84a9044dc2" /><Relationship Type="http://schemas.openxmlformats.org/officeDocument/2006/relationships/notesMaster" Target="/ppt/notesMasters/notesMaster1.xml" Id="R837aae6a1e4e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25eb7fe924ea3" /><Relationship Type="http://schemas.openxmlformats.org/officeDocument/2006/relationships/notesMaster" Target="/ppt/notesMasters/notesMaster1.xml" Id="R08b9d6c2f94c4c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c9f1ed18e146c7" /><Relationship Type="http://schemas.openxmlformats.org/officeDocument/2006/relationships/notesMaster" Target="/ppt/notesMasters/notesMaster1.xml" Id="R0f392ca441af47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c7db3afb9047b5" /><Relationship Type="http://schemas.openxmlformats.org/officeDocument/2006/relationships/notesMaster" Target="/ppt/notesMasters/notesMaster1.xml" Id="Rc438ee25899047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96e3128d684b89" /><Relationship Type="http://schemas.openxmlformats.org/officeDocument/2006/relationships/notesMaster" Target="/ppt/notesMasters/notesMaster1.xml" Id="R6e97cf2f53c54d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f12d228e1c46dd" /><Relationship Type="http://schemas.openxmlformats.org/officeDocument/2006/relationships/notesMaster" Target="/ppt/notesMasters/notesMaster1.xml" Id="R574c88e8b8d643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194c99cb2e4a91" /><Relationship Type="http://schemas.openxmlformats.org/officeDocument/2006/relationships/notesMaster" Target="/ppt/notesMasters/notesMaster1.xml" Id="R548128f3cf3f4b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development project. The application coordinates shared commutes; it does not operate a real payment gateway. Authors and programmes are supplied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Informal coordination does not maintain seat inventory or consistently compare route and time. Scope: local academic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automatic; the passenger confirms the booking. Payment is an optional test-mode workflow. Completed journeys allow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src/main/java/com/smartride, src/main/webapp, ml-service/app.py. The browser uses Java endpoints; Java calls Python and OSRM. MySQL persists application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database/schema.sql, 002_ride_chat.sql and 003_demo_payments.sql; Api.java and Passwords.java. Eleven tables in total. No actual passwords or local database contents are submitted.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ml-service/app.py. Weights: pickup .30, destination .30, timing .25, preference .10, rating .05. Baseline .8 weighted magnitude + .2 cosine similarity. With valid feedback, .6 baseline + .4 Random Forest prediction. Model: 80 trees, depth 5, minimum leaf 2. No measured predictive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Routing.java and maps.js. Leaflet displays OpenStreetMap tiles; Java queries OSRM road routes. Price = rounded route km x INR 5 per seat. Internet needed; duration excludes live traffic. Screenshot: actual local application, 24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Api.java; docs/TEST-RESULTS.txt. Controlled concurrency test: exactly one passenger wins the final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Chat.java, chat.js, docs/CHAT-TEST-RESULTS.txt. Polling every 3 seconds. Messages persist; cancelled booking loses access. Screenshot from actual local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Payments.java, payments.js, docs/PAYMENT-TEST-RESULTS.txt. Local test-mode checkout only; no Razorpay API or actual money movement. Screenshot from actual local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Api.analytics, ml-service/app.py /forecast. Metrics derive from completed records and configurable assumptions. Existing records include synthetic history. Administrator demand forecast is exploratory and has no validated error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docs/TEST-RESULTS.txt, MAP-TEST-RESULTS.txt, CHAT-TEST-RESULTS.txt, PAYMENT-TEST-RESULTS.txt; Java SecurityTest; Python test_app.py. Final full suite results recorded 22 October 2026. Payment checks rerun after UI label changes. Total 3+6+17+12+11+10=59. A routing timeout required retry; all 12 map checks passed on the complete rerun. Counts do not represent ML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submitted execution instructions. Fresh Windows setup requires Python 3.11, MySQL Server 8.0 binaries and internet; downloads Java, Maven and Tomcat. Local credentials are generated at setup. See Demo_Chapters.txt for the captioned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is a local product-development prototype. No independent real-commuter accuracy study, real payment gateway, live tracking or production-readiness claim. Future work includes consented data evaluation, route-overlap matching, notifications and deployment hardening.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b08ddd54f45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135a3910047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e3089a6584e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f252a49fd42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36ce3761c46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865448ba940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01CDF4-FE2D-4EAA-875D-596B790F6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1ECD18-A7CD-4723-9B45-8BEA6A8619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EB366D-E02E-44AA-90B2-B926DB278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E3E23F-0422-4504-AD3B-350F2E2DD4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C47054-22FE-4334-8B16-91A72A9A3B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83B9D5-28D2-4734-889F-269C8E3A9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169063-E47B-45DD-9661-C773A61196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C808A8-A0A8-4498-A55F-DF96F3E7D0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39794-72C1-40B6-BC58-321D3792F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2E5BAA-DE13-4FE0-9904-B81B7F400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250c729744543" /><Relationship Type="http://schemas.openxmlformats.org/officeDocument/2006/relationships/slideLayout" Target="/ppt/slideLayouts/slideLayout1.xml" Id="Re4ed23ba97564560" /><Relationship Type="http://schemas.openxmlformats.org/officeDocument/2006/relationships/slideLayout" Target="/ppt/slideLayouts/slideLayout2.xml" Id="R45355cd535df488a" /><Relationship Type="http://schemas.openxmlformats.org/officeDocument/2006/relationships/slideLayout" Target="/ppt/slideLayouts/slideLayout3.xml" Id="R74971a8181464b32" /><Relationship Type="http://schemas.openxmlformats.org/officeDocument/2006/relationships/slideLayout" Target="/ppt/slideLayouts/slideLayout4.xml" Id="R4e002fc1ff394732" /><Relationship Type="http://schemas.openxmlformats.org/officeDocument/2006/relationships/slideLayout" Target="/ppt/slideLayouts/slideLayout5.xml" Id="R61381855877e4bd1" /><Relationship Type="http://schemas.openxmlformats.org/officeDocument/2006/relationships/slideLayout" Target="/ppt/slideLayouts/slideLayout6.xml" Id="Rf9a1f432dc8e47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d23ba97564560"/>
    <p:sldLayoutId xmlns:r="http://schemas.openxmlformats.org/officeDocument/2006/relationships" id="2147483650" r:id="R45355cd535df488a"/>
    <p:sldLayoutId xmlns:r="http://schemas.openxmlformats.org/officeDocument/2006/relationships" id="2147483651" r:id="R74971a8181464b32"/>
    <p:sldLayoutId xmlns:r="http://schemas.openxmlformats.org/officeDocument/2006/relationships" id="2147483652" r:id="R4e002fc1ff394732"/>
    <p:sldLayoutId xmlns:r="http://schemas.openxmlformats.org/officeDocument/2006/relationships" id="2147483653" r:id="R61381855877e4bd1"/>
    <p:sldLayoutId xmlns:r="http://schemas.openxmlformats.org/officeDocument/2006/relationships" id="2147483654" r:id="Rf9a1f432dc8e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fa01f4b2243ea" /><Relationship Type="http://schemas.openxmlformats.org/officeDocument/2006/relationships/notesSlide" Target="/ppt/notesSlides/notesSlide1.xml" Id="Re9dedacf7d93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e740e36064512" /><Relationship Type="http://schemas.openxmlformats.org/officeDocument/2006/relationships/notesSlide" Target="/ppt/notesSlides/notesSlide2.xml" Id="Rab9875ac5d35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016bbe272426a" /><Relationship Type="http://schemas.openxmlformats.org/officeDocument/2006/relationships/notesSlide" Target="/ppt/notesSlides/notesSlide3.xml" Id="Rbd934a0fbb8f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86daeba574187" /><Relationship Type="http://schemas.openxmlformats.org/officeDocument/2006/relationships/notesSlide" Target="/ppt/notesSlides/notesSlide4.xml" Id="R0a617becf85348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abf26a3f54f12" /><Relationship Type="http://schemas.openxmlformats.org/officeDocument/2006/relationships/notesSlide" Target="/ppt/notesSlides/notesSlide5.xml" Id="R25b8ca98d842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529663cfc4947" /><Relationship Type="http://schemas.openxmlformats.org/officeDocument/2006/relationships/notesSlide" Target="/ppt/notesSlides/notesSlide6.xml" Id="R38b27164533440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80e944eca4eb0" /><Relationship Type="http://schemas.openxmlformats.org/officeDocument/2006/relationships/image" Target="/ppt/media/image.png" Id="R314b19138b514299" /><Relationship Type="http://schemas.openxmlformats.org/officeDocument/2006/relationships/notesSlide" Target="/ppt/notesSlides/notesSlide7.xml" Id="Rf060c8533af1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a288610fe4af1" /><Relationship Type="http://schemas.openxmlformats.org/officeDocument/2006/relationships/notesSlide" Target="/ppt/notesSlides/notesSlide8.xml" Id="Rbdeb60cb41b244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9f2ebee1d4973" /><Relationship Type="http://schemas.openxmlformats.org/officeDocument/2006/relationships/image" Target="/ppt/media/image2.png" Id="Rbac18d4c54cc431d" /><Relationship Type="http://schemas.openxmlformats.org/officeDocument/2006/relationships/notesSlide" Target="/ppt/notesSlides/notesSlide9.xml" Id="R73d24c59dae04b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22d24915e45d3" /><Relationship Type="http://schemas.openxmlformats.org/officeDocument/2006/relationships/image" Target="/ppt/media/image3.png" Id="Rb80a85857dcb408e" /><Relationship Type="http://schemas.openxmlformats.org/officeDocument/2006/relationships/notesSlide" Target="/ppt/notesSlides/notesSlide10.xml" Id="R4bebebb1ef5e46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46921645846ec" /><Relationship Type="http://schemas.openxmlformats.org/officeDocument/2006/relationships/image" Target="/ppt/media/image4.png" Id="R41b85fbe8c6f4b7a" /><Relationship Type="http://schemas.openxmlformats.org/officeDocument/2006/relationships/notesSlide" Target="/ppt/notesSlides/notesSlide11.xml" Id="Re78a4d696b8b4b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1a0bcef584198" /><Relationship Type="http://schemas.openxmlformats.org/officeDocument/2006/relationships/chart" Target="/ppt/slides/charts/chart1.xml" Id="R15ef9a5230bb4513" /><Relationship Type="http://schemas.openxmlformats.org/officeDocument/2006/relationships/notesSlide" Target="/ppt/notesSlides/notesSlide12.xml" Id="R1a95fee836ae40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48fcf5cbb4403" /><Relationship Type="http://schemas.openxmlformats.org/officeDocument/2006/relationships/notesSlide" Target="/ppt/notesSlides/notesSlide13.xml" Id="R540394626f7942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5cf5d47f0438f" /><Relationship Type="http://schemas.openxmlformats.org/officeDocument/2006/relationships/notesSlide" Target="/ppt/notesSlides/notesSlide14.xml" Id="R0b88d39247d744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Passed checks</c:v>
          </c:tx>
          <c:spPr>
            <a:solidFill xmlns:a="http://schemas.openxmlformats.org/drawingml/2006/main">
              <a:srgbClr val="315344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Java</c:v>
                </c:pt>
                <c:pt idx="1">
                  <c:v>Python</c:v>
                </c:pt>
                <c:pt idx="2">
                  <c:v>Integration</c:v>
                </c:pt>
                <c:pt idx="3">
                  <c:v>Map / AI</c:v>
                </c:pt>
                <c:pt idx="4">
                  <c:v>Chat</c:v>
                </c:pt>
                <c:pt idx="5">
                  <c:v>Payment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17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12E8D-3D72-4708-9C9D-8DA4EAC6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Smart RideShare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95447-3DA1-4A62-9D9E-147B1BB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F796-616D-4477-88C7-85F8FD23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00D41-CBF6-4CB3-8832-5E225C9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EBA03-88B2-43E8-A4D7-2D827D03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Recommendation and Analytics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AB2CA-EB28-4035-8E79-1E8496B3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Digital Assignment III  •  Review-3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81D7B-2F7D-4081-8FF3-3EF8EA80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Godwin Durai Raja A  |  26MAI1021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32D18-04DE-407F-A0BF-5A6A1DDC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M.Tech CSE (Artificial Intelligence and Machine Learning)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053B-F757-4E87-8563-5BA7BCCB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Raghul T  |  26MCB1023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A5830-CC31-4395-A211-C008D568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M.Tech Big Data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0C4D2-F72C-4B93-8992-712C20B3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VIT Chennai  •  October 2026</a:t>
            </a:r>
          </a:p>
        </p:txBody>
      </p:sp>
    </p:spTree>
    <p:extLst>
      <p:ext uri="{BB962C8B-B14F-4D97-AF65-F5344CB8AC3E}">
        <p14:creationId xmlns:p14="http://schemas.microsoft.com/office/powerpoint/2010/main" val="316401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77ABF-7685-469C-9435-49B10BF0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Problem and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28228-82DB-4802-A907-FCEF17F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18D97-3447-42B0-A6C7-AB35473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2141C-A5F7-478E-89FE-0A171BCA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2DD9F-FD03-45C8-8ECF-BD2D1C6E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People travel along similar routes while seats remain unused.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16E64-3F5D-4B03-AA57-E904ED2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Passengers need suitable locations, departure times and available seats.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279EB-8CFC-4D07-8CDD-66399BB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Drivers need reliable bookings and a way to coordinate pickup.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8DBF9-D782-462F-B94E-D4B0E801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The project combines recommendations, maps, chat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1122189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89FDC-1221-4C20-87DB-88FFA8B5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User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1320F-34AF-4AFB-A4D8-7AF946A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E453B-0E70-4F57-B5BC-37356B02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2FA01-AB34-4238-8676-236AF7E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609C7-C067-4DDD-98EF-46271FB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93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687AF-C361-4149-9EC3-0BDFE61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Register / 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95B76-301E-47F5-9A3F-66C7E2B8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621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199C4-18B5-4498-89DE-1CF2A546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93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3554D-3CDD-42C9-B007-FA88E0E1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241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Offer or request a ride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FEC01-F20B-4440-BB09-015AE71D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A3EF8-F7E0-4356-9357-7242C3E1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93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210DF-F019-402D-9B62-12EE2D74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Review automatic matches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73803-ED56-49EA-AAD5-9B22DD8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671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08626-3DC3-458B-8791-D5DB344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93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FF023-D886-4B9C-B915-79DCF19F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290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Confirm a seat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DB9C6-310F-4307-B542-53893FCD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A7582-DA37-4234-8E87-00DAC8DB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93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25D04-010D-4354-8716-148EF66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815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Payment and ride chat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24CED-FEFE-465A-A0A1-74503DC4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06DA9-F2DE-4C3B-8516-7FFCCFA6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093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934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AD849-0995-4F89-B662-805DDAE7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Complete / rate / analyse</a:t>
            </a:r>
          </a:p>
        </p:txBody>
      </p:sp>
    </p:spTree>
    <p:extLst>
      <p:ext uri="{BB962C8B-B14F-4D97-AF65-F5344CB8AC3E}">
        <p14:creationId xmlns:p14="http://schemas.microsoft.com/office/powerpoint/2010/main" val="1983337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C3168-2E92-4102-9D8F-4BB6EE3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AB938-C204-4E23-ABF3-9600521C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8E939-8E3B-4A1C-BD2D-94E2E3E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C2211-85B9-40A8-93DC-6F632FD1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30A14-9E37-4026-BBBE-82133A93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71625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7839B-304A-4C62-B170-960DFE3C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85925"/>
            <a:ext cx="681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Browser: HTML, CSS, JavaScript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1EDCB-A86F-4DE1-B262-6E6FEB7A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05075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9786-18E1-43A1-8305-5CBBF6CE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19375"/>
            <a:ext cx="681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Java Servlets / JSP on Apache Tomcat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86F4F-7F7B-4BF9-8C12-30DD65C5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7552D-2F7C-4683-A473-9351D331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Python + scikit-learn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A1CA8-1EE5-4861-B0E3-FEE10CA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B90BB-BEBE-44BC-A11A-C29E251B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MySQL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82E75-706B-4804-99F1-CEACF765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45FC5-B803-42D4-AA3B-807B6C2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OSRM road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E310A-5716-4914-AAE7-B7313261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240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3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F6120-4D45-45CD-93A5-EEC64EB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285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3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38F54-7FC7-4B65-8F42-EE27B7A9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754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3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32217-F81E-4762-B7B7-95420879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3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6AE13-CB2E-46BF-9B0C-9478FAFD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3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DA6C1-9E5D-49E4-BEA5-C7CECF27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718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3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C9CCE-49BF-46D2-ACF5-AC3B708A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Eclipse + Maven build the Java project; Python runs as a separate local service.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FBAEE-4EF5-4DA6-AD19-B55FC51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Tomcat 8080   |   Python 5001   |   MySQL 3307</a:t>
            </a:r>
          </a:p>
        </p:txBody>
      </p:sp>
    </p:spTree>
    <p:extLst>
      <p:ext uri="{BB962C8B-B14F-4D97-AF65-F5344CB8AC3E}">
        <p14:creationId xmlns:p14="http://schemas.microsoft.com/office/powerpoint/2010/main" val="1324330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92174-EC30-4B53-8679-49C0E21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Database and access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21AA1-ECE7-4F51-9A9A-4D94B5A7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416D3-DC23-4C0F-9B8B-23E6CE9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16CED-A49F-4FFE-9245-7F010AC9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CA222-A36E-4982-AE34-76F27630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Identity: users, settings and audit_log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BA74E-3B8B-41DD-990E-792A39F0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Ride lifecycle: rides, ride_requests, bookings, match_history and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F0FE5-74CD-4FA8-A911-315C790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Communication: ride_messages and ride_chat_reads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97AA5-1E08-4A56-8736-6643E3C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Payments: demo_payments stores test-mode transaction attempts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A1BD1-7DAF-46E0-A6D1-7EA0ABA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Passwords use salted hashing. Sessions, CSRF checks and ownership rules protect actions.</a:t>
            </a:r>
          </a:p>
        </p:txBody>
      </p:sp>
    </p:spTree>
    <p:extLst>
      <p:ext uri="{BB962C8B-B14F-4D97-AF65-F5344CB8AC3E}">
        <p14:creationId xmlns:p14="http://schemas.microsoft.com/office/powerpoint/2010/main" val="840069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B1C27-2301-47BF-8FCB-B9223D6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Automatic ride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9B5B-C61E-4460-A434-6CE1AAA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4F1E-C366-44C1-AC75-8E307B0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8F7CA-2CD7-47D9-85E1-B8244201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8A885-8C24-42FF-A37D-043C998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1  Filter infeasible offers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C3B62-D2C3-402B-9AB4-6570575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Exclude own, past, full or closed rides and incompatible route/time windows.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80122-2368-47C5-84E9-412623D4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2  Rank compatible offers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E7DB1-D7FA-4F49-9105-B2325D10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Pickup + destination + time + preference + driver rating</a:t>
            </a:r>
          </a:p>
          <a:p xmlns:a="http://schemas.openxmlformats.org/drawingml/2006/main">
            <a: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Similarity baseline; Random Forest contributes after sufficient valid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874F2-B2AC-4C2A-B2B9-2B6E0B88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3  Refresh saved 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AAA91-983E-4B06-ACF1-FDDA9AC6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Check every 5 seconds while the interface is active. The user confirms booking.</a:t>
            </a:r>
          </a:p>
        </p:txBody>
      </p:sp>
    </p:spTree>
    <p:extLst>
      <p:ext uri="{BB962C8B-B14F-4D97-AF65-F5344CB8AC3E}">
        <p14:creationId xmlns:p14="http://schemas.microsoft.com/office/powerpoint/2010/main" val="1571037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A27CA-3EB8-4EF7-856E-4DD98EF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Map routes and distance-based 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9B1E8-61DA-4710-8BC4-D1BCBF7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7BB4A-FD8B-4FB1-99B9-38D2AA0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A98C4-B524-4B8C-83EE-D0E5234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21E8-4AF8-4082-9345-7DD0741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Choose locations on the map or from the menus.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62446-E941-411F-BD3C-78B44C8E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Java calculates the road distance and fare.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Location changes clear stale values and trigger a fresh quote.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4DA1A-3BB9-45C1-8746-C60C0F9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No live vehicle tracking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8861E-88E1-40DC-9836-349621EAC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b19138b514299"/>
          <a:stretch xmlns:a="http://schemas.openxmlformats.org/drawingml/2006/main"/>
        </p:blipFill>
        <p:spPr>
          <a:xfrm xmlns:a="http://schemas.openxmlformats.org/drawingml/2006/main">
            <a:off x="5048250" y="1940719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03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7CB42-4E98-4ABF-A28E-EF8D8AD4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Booking consistency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25C2E-F678-47D0-B586-54A943AA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4077B-DA9B-4EC6-AB63-0745A8B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01DC4-0BE1-49FA-9F4A-945FBC9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74FD3-9C8A-4A77-8D7E-C8345225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A booking transaction checks availability and locks the ride row.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86FB4-E665-435F-8F3E-5145AD9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One booking consumes one seat; cancellation restores it once.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0513E-631B-494D-9AF8-8CF364E9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Driver cancellation updates the passenger bookings.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9790F-BCB0-42F4-9ED5-DE70F907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Only completed bookings accept feedback. Future rides cannot be completed.</a:t>
            </a:r>
          </a:p>
        </p:txBody>
      </p:sp>
    </p:spTree>
    <p:extLst>
      <p:ext uri="{BB962C8B-B14F-4D97-AF65-F5344CB8AC3E}">
        <p14:creationId xmlns:p14="http://schemas.microsoft.com/office/powerpoint/2010/main" val="2092915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52119-ADA5-431E-8E57-971AE84D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Ride 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0F72E-5331-479B-8545-9DC590A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B0DB6-8BBD-4A57-835D-207BE85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F0E5B-6E3A-45E3-8BD3-3EAD81B5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59F63-5210-4D9D-9D4D-47F87EAB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Coordinate the pickup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8D0A1-5421-422F-836E-9799C480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Only the driver and booked passengers can participate.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Messages, unread counts and history persist in MySQL.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BDC4-DC95-475D-9CA3-3AD9ED8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Closed rides become read-only.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DB1B8-4FD8-4438-A945-578D06201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18d4c54cc431d"/>
          <a:stretch xmlns:a="http://schemas.openxmlformats.org/drawingml/2006/main"/>
        </p:blipFill>
        <p:spPr>
          <a:xfrm xmlns:a="http://schemas.openxmlformats.org/drawingml/2006/main">
            <a:off x="5048250" y="1940719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21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42C3C-003D-40E9-BE7E-B5624D6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Payment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B9D97-47FC-425E-B87E-78E2D1A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96421-16CE-4E42-8A09-1A832022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8BACF-7254-41B6-A8D8-253A575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14D22-B78A-4658-A9EE-51FF45A2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Checkout and receipts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9025E-E0C6-4A0F-B523-EA0959A7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UPI, card and net banking selections.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Success, failure and retry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Cancellation records a test refund.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E3883-C20F-4EA6-A304-2A2A5014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Test mode: no money charged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EFA11-9E82-4D90-8C44-0E93E14D9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a85857dcb408e"/>
          <a:stretch xmlns:a="http://schemas.openxmlformats.org/drawingml/2006/main"/>
        </p:blipFill>
        <p:spPr>
          <a:xfrm xmlns:a="http://schemas.openxmlformats.org/drawingml/2006/main">
            <a:off x="5048250" y="1940719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45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9DD76-7FB1-4FCA-BFC7-199DFEC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Analytics and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65F99-2633-4E53-872C-8B48154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B06A5-AF04-4078-81A6-8DC421F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7AA28-9C96-4277-972E-9F43619D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AAB89-979B-48E1-AD83-111EC975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Understand recorded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20165-42F1-41CE-ADD5-711455F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Completed rides and occupancy.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Estimated cost and carbon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Admin controls, health and exports.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16062-906D-42F2-AF1C-50DAAF2B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Forecasts and impact are estimates.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28417-2401-4690-9879-2CF08FE9E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85fbe8c6f4b7a"/>
          <a:stretch xmlns:a="http://schemas.openxmlformats.org/drawingml/2006/main"/>
        </p:blipFill>
        <p:spPr>
          <a:xfrm xmlns:a="http://schemas.openxmlformats.org/drawingml/2006/main">
            <a:off x="5048250" y="1940719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88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F6858-B76F-486E-92CA-21A75D5E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Functional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CF576-199F-475B-8E49-CBA8C34C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A395C-E5A7-4BAF-9D78-CB10941B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4D0AE-A889-4682-9109-72113E0B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8D41393-37BE-4EC5-B7ED-26ADDE5C41EC}"/>
              </a:ext>
            </a:extLst>
          </p:cNvPr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ef9a5230bb451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09BBD-FE38-420E-AEAD-26AE164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12B58-0C93-4247-9C14-01C9E73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automated checks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44E05-F389-476D-AF50-15B83A5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Functional tests do not establish predictive AI accuracy.</a:t>
            </a:r>
          </a:p>
        </p:txBody>
      </p:sp>
    </p:spTree>
    <p:extLst>
      <p:ext uri="{BB962C8B-B14F-4D97-AF65-F5344CB8AC3E}">
        <p14:creationId xmlns:p14="http://schemas.microsoft.com/office/powerpoint/2010/main" val="19346684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6ED82-055A-40F5-ABD0-D1F8843F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Execution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428E7-4C8C-4931-9CF8-B82FF59C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8DB1F-C53F-4D83-848C-FAC1556B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52B11-9B13-427F-AAA5-A14AAC2B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5A7E4-F47D-460E-BAAF-F97132B1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Extract the source; run scripts/setup.ps1 on the first installation.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8047F-53CE-4E6A-8781-B739BAA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Open http://localhost:8080/smartride/ and use generated local credentials.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EDE0A-9A71-4FFC-882E-0BB6C4C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Use separate driver and passenger accounts with matching future journeys.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2373D-75AB-459C-9F26-9AD13BC1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Demonstrate booking, checkout, chat, cancellation and analytics.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30282-B427-4F1B-89FA-AD0D9942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Included: captioned MP4 walkthrough and written execution procedure.</a:t>
            </a:r>
          </a:p>
        </p:txBody>
      </p:sp>
    </p:spTree>
    <p:extLst>
      <p:ext uri="{BB962C8B-B14F-4D97-AF65-F5344CB8AC3E}">
        <p14:creationId xmlns:p14="http://schemas.microsoft.com/office/powerpoint/2010/main" val="482974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B007C-6CB1-40F0-8A3B-A35EDE4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Conclusion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C915F-7C93-4DE5-8DD7-AE3D1C17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341B9-9AAD-4140-83E2-7A9ADA78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Smart RideShare | Review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818FB-5C34-44DB-A60A-8787FDD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5EA11-F2A9-46FC-8C17-C14501A9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3D33"/>
                </a:solidFill>
                <a:latin typeface="Arial"/>
                <a:ea typeface="Arial"/>
                <a:cs typeface="Arial"/>
              </a:rPr>
              <a:t>A complete shared-commute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D2F4C-9B09-4598-BEC2-705ABBB4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Implemented: automatic matching, road pricing, booking, chat and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E4900-C268-42A6-B6F7-80079856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Current limits: synthetic history, test payments and external routing dependency.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DE470-985E-4B64-A1C3-577CFB1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D33"/>
                </a:solidFill>
                <a:latin typeface="Arial"/>
                <a:ea typeface="Arial"/>
                <a:cs typeface="Arial"/>
              </a:rPr>
              <a:t>Next steps: evaluate ranking with real consented data and add detour-aware matching.</a:t>
            </a:r>
          </a:p>
        </p:txBody>
      </p:sp>
    </p:spTree>
    <p:extLst>
      <p:ext uri="{BB962C8B-B14F-4D97-AF65-F5344CB8AC3E}">
        <p14:creationId xmlns:p14="http://schemas.microsoft.com/office/powerpoint/2010/main" val="1713578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2026-10-23T20:29:23.7430000Z</dcterms:created>
  <dcterms:modified xsi:type="dcterms:W3CDTF">2026-10-23T20:29:23.7430000Z</dcterms:modified>
</coreProperties>
</file>